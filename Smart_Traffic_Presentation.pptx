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Traffic Violation Pattern Detector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by: Ishwari Deshmukh</a:t>
            </a:r>
          </a:p>
          <a:p>
            <a:r>
              <a:t>Generated automatically for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Rows: 4000</a:t>
            </a:r>
          </a:p>
          <a:p>
            <a:r>
              <a:t>Columns: 37</a:t>
            </a:r>
          </a:p>
          <a:p>
            <a:r>
              <a:t>Sample rows shown (first 5):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Data (first rows)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000"/>
            </a:pPr>
            <a:r>
              <a:t>Violation_ID: VLT100000 | Violation_Type: Overloading | Fine_Amount: 4544 | Location: Karnataka | Date: 2023-01-01 00:00:00 | Time: 23:02</a:t>
            </a:r>
          </a:p>
          <a:p>
            <a:pPr>
              <a:defRPr sz="1000"/>
            </a:pPr>
            <a:r>
              <a:t>Violation_ID: VLT100001 | Violation_Type: Driving Without License | Fine_Amount: 2776 | Location: Punjab | Date: 2023-01-02 00:00:00 | Time: 00:42</a:t>
            </a:r>
          </a:p>
          <a:p>
            <a:pPr>
              <a:defRPr sz="1000"/>
            </a:pPr>
            <a:r>
              <a:t>Violation_ID: VLT100002 | Violation_Type: Using Mobile Phone | Fine_Amount: 4785 | Location: Maharashtra | Date: 2023-01-03 00:00:00 | Time: 04:32</a:t>
            </a:r>
          </a:p>
          <a:p>
            <a:pPr>
              <a:defRPr sz="1000"/>
            </a:pPr>
            <a:r>
              <a:t>Violation_ID: VLT100003 | Violation_Type: No Seatbelt | Fine_Amount: 1138 | Location: Uttar Pradesh | Date: 2023-01-04 00:00:00 | Time: 15:06</a:t>
            </a:r>
          </a:p>
          <a:p>
            <a:pPr>
              <a:defRPr sz="1000"/>
            </a:pPr>
            <a:r>
              <a:t>Violation_ID: VLT100004 | Violation_Type: Over-speeding | Fine_Amount: 1610 | Location: Karnataka | Date: 2023-01-05 00:00:00 | Time: 06:57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Violation Types</a:t>
            </a:r>
          </a:p>
        </p:txBody>
      </p:sp>
      <p:pic>
        <p:nvPicPr>
          <p:cNvPr id="3" name="Picture 2" descr="top_vio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6466" y="6034722"/>
            <a:ext cx="41317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200"/>
            </a:pPr>
            <a:r>
              <a:rPr dirty="0"/>
              <a:t>Shows the most frequent violation categories (top 10).</a:t>
            </a:r>
          </a:p>
          <a:p>
            <a:pPr>
              <a:defRPr sz="1200"/>
            </a:pPr>
            <a:r>
              <a:rPr dirty="0"/>
              <a:t>Useful for prioritizing enforcement and education.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Locations</a:t>
            </a:r>
          </a:p>
        </p:txBody>
      </p:sp>
      <p:pic>
        <p:nvPicPr>
          <p:cNvPr id="3" name="Picture 2" descr="top_lo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50066" y="6045200"/>
            <a:ext cx="43349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200"/>
            </a:pPr>
            <a:r>
              <a:rPr dirty="0"/>
              <a:t>Locations with highest number of recorded violations.</a:t>
            </a:r>
          </a:p>
          <a:p>
            <a:pPr>
              <a:defRPr sz="1200"/>
            </a:pPr>
            <a:r>
              <a:rPr dirty="0"/>
              <a:t>Helps identify hotspots for resource allocation.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Fine Amount Distribution</a:t>
            </a:r>
          </a:p>
        </p:txBody>
      </p:sp>
      <p:pic>
        <p:nvPicPr>
          <p:cNvPr id="3" name="Picture 2" descr="fin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73866" y="557784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200"/>
            </a:pPr>
            <a:r>
              <a:rPr dirty="0"/>
              <a:t>Histogram of fine amounts to understand common penalties.</a:t>
            </a:r>
          </a:p>
          <a:p>
            <a:pPr>
              <a:defRPr sz="1200"/>
            </a:pPr>
            <a:r>
              <a:rPr dirty="0"/>
              <a:t>Check for outliers and data-entry issues.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Type vs Total Fine Amount</a:t>
            </a:r>
          </a:p>
        </p:txBody>
      </p:sp>
      <p:pic>
        <p:nvPicPr>
          <p:cNvPr id="3" name="Picture 2" descr="vehicle_fines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559" y="1100666"/>
            <a:ext cx="5035973" cy="50359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90800" y="5587999"/>
            <a:ext cx="42672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200"/>
            </a:pPr>
            <a:r>
              <a:rPr dirty="0"/>
              <a:t>Shows which vehicle types contribute most to total fines.</a:t>
            </a:r>
          </a:p>
          <a:p>
            <a:pPr>
              <a:defRPr sz="1200"/>
            </a:pPr>
            <a:r>
              <a:rPr dirty="0"/>
              <a:t>Can inform targeted campaigns or policy.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Locations by Average Fine</a:t>
            </a:r>
          </a:p>
        </p:txBody>
      </p:sp>
      <p:pic>
        <p:nvPicPr>
          <p:cNvPr id="3" name="Picture 2" descr="avg_fine_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74334" y="5486082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200"/>
            </a:pPr>
            <a:r>
              <a:rPr dirty="0"/>
              <a:t>Average fine per location — highlights where fines are higher on average.</a:t>
            </a:r>
          </a:p>
          <a:p>
            <a:pPr>
              <a:defRPr sz="1200"/>
            </a:pPr>
            <a:r>
              <a:rPr dirty="0"/>
              <a:t>May indicate stricter enforcement or more severe violations.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299</Words>
  <Application>Microsoft Office PowerPoint</Application>
  <PresentationFormat>On-screen Show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Smart Traffic Violation Pattern Detector</vt:lpstr>
      <vt:lpstr>Dataset Summary</vt:lpstr>
      <vt:lpstr>Sample Data (first rows)</vt:lpstr>
      <vt:lpstr>Top 10 Violation Types</vt:lpstr>
      <vt:lpstr>Top 10 Locations</vt:lpstr>
      <vt:lpstr>Fine Amount Distribution</vt:lpstr>
      <vt:lpstr>Vehicle Type vs Total Fine Amount</vt:lpstr>
      <vt:lpstr>Top Locations by Average Fine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Ishwari Deshmukh</cp:lastModifiedBy>
  <cp:revision>3</cp:revision>
  <dcterms:created xsi:type="dcterms:W3CDTF">2013-01-27T09:14:16Z</dcterms:created>
  <dcterms:modified xsi:type="dcterms:W3CDTF">2025-12-08T10:27:07Z</dcterms:modified>
  <cp:category/>
</cp:coreProperties>
</file>